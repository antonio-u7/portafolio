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80A665-6B1B-470A-86A2-69D54803B9D8}">
  <a:tblStyle styleId="{B780A665-6B1B-470A-86A2-69D54803B9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00" y="-952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903089"/>
            <a:ext cx="8001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Malware: </a:t>
            </a: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 Amenaza Invisible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1874639"/>
            <a:ext cx="7620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Descubriendo el software malicioso y cómo proteger nuestra identidad digital.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097410"/>
            <a:ext cx="88392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712" y="2072580"/>
            <a:ext cx="7648575" cy="271269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700575" y="2663130"/>
            <a:ext cx="679084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¿Qué es el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Malware</a:t>
            </a: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862262" y="3691830"/>
            <a:ext cx="64674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Una mirada técnica a los programas diseñados para el daño.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47044"/>
            <a:ext cx="5334000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47044"/>
            <a:ext cx="5334000" cy="273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Definición y Propósito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2937569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Esencia del Malware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509069"/>
            <a:ext cx="455295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Acrónimo de "Malicious Software". Es cualquier programa creado para infiltrarse, dañar o deshabilitar sistemas informáticos sin consentimiento.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2937569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Objetivos Principales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3509069"/>
            <a:ext cx="45529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Desde el robo de información financiera y espionaje corporativo hasta el secuestro de datos para extorsión económica masiva.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809625" y="571500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Ransomware: El Secuestro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161925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 el tipo de malware más lucrativo hoy en día. Cifra archivos críticos y exige un rescate, generalmente en criptomonedas.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291837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 2024, los pagos por rescate alcanzaron máximos históricos, superando los $1.5M por incidente promedio.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27969"/>
            <a:ext cx="3492549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27969"/>
            <a:ext cx="3492549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27969"/>
            <a:ext cx="3492549" cy="3173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Tipos Comunes de Malware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857250" y="3404294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Virus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57250" y="3832919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Requiere la interacción del usuario para ejecutarse e infectar otros archivos en el sistema.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635549" y="3404294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Gusanos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635549" y="3832919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replican autónomamente a través de las redes, explotando vulnerabilidades sin intervención humana.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413849" y="3404294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Troyanos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413849" y="3832919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disfrazan de software legítimo para engañar al usuario y abrir puertas traseras al atacante.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6994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6994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699444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¿Cómo se Propaga el Malware?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24790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2400300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Phishing: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Correos con enlaces o adjuntos infectados.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884140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Descargas Drive-by: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Sitios web comprometidos.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3367980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Dispositivos USB: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Infección física directa.</a:t>
            </a:r>
            <a:endParaRPr/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795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Costo Histórico del Daño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3057525"/>
            <a:ext cx="38576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$38B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4905375" y="3197572"/>
            <a:ext cx="705088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8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Daños de </a:t>
            </a:r>
            <a:r>
              <a:rPr b="1" i="0" lang="en-US" sz="2808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Mydoom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4905375" y="3835747"/>
            <a:ext cx="6715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 2004, este gusano paralizó el 25% de los correos mundiales. Hoy, su costo ajustado superaría los $52 mil millones de dólares.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Ataques más Destructivos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571500" y="23136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{B780A665-6B1B-470A-86A2-69D54803B9D8}</a:tableStyleId>
              </a:tblPr>
              <a:tblGrid>
                <a:gridCol w="1841450"/>
                <a:gridCol w="1158925"/>
                <a:gridCol w="2614025"/>
                <a:gridCol w="5434600"/>
              </a:tblGrid>
              <a:tr h="6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Malware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Daño Estimado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Impacto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ILOVEYOU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2000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$15B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10M de equipos infectados en días.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Sobig.F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2003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$30B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Interrumpió aerolíneas y banca.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WannaCry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2017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$4B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Paralizó hospitales en 150 países.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Zeus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2007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$3B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Robo masivo de credenciales bancarias.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0"/>
          <p:cNvSpPr/>
          <p:nvPr/>
        </p:nvSpPr>
        <p:spPr>
          <a:xfrm>
            <a:off x="571500" y="3640484"/>
            <a:ext cx="1841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412950" y="3640484"/>
            <a:ext cx="11589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571875" y="3640484"/>
            <a:ext cx="26140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185892" y="3640484"/>
            <a:ext cx="543460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71500" y="4324350"/>
            <a:ext cx="1841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412950" y="4324350"/>
            <a:ext cx="11589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571875" y="4324350"/>
            <a:ext cx="26140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185892" y="4324350"/>
            <a:ext cx="543460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71500" y="5008215"/>
            <a:ext cx="1841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412950" y="5008215"/>
            <a:ext cx="11589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571875" y="5008215"/>
            <a:ext cx="26140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185892" y="5008215"/>
            <a:ext cx="5434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71500" y="5692080"/>
            <a:ext cx="1841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412950" y="5692080"/>
            <a:ext cx="11589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571875" y="5692080"/>
            <a:ext cx="26140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185892" y="5692080"/>
            <a:ext cx="543460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Tendencia de Ransomware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566350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*Proyección basada en el aumento de la profesionalización del cibercrimen (RaaS).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Síntomas de Infección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2775644"/>
            <a:ext cx="1104900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Rendimiento Lento: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malware consume CPU y RAM en segundo plano.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345209"/>
            <a:ext cx="1104900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4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Pop-ups Incesantes: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Típico de infecciones por Adware invasivo.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3914775"/>
            <a:ext cx="1104900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4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Consumo de Energía: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Drenaje inusual de batería por minería de criptomonedas oculta.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484340"/>
            <a:ext cx="1104900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Archivos Corruptos: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Documentos que no abren o cambian de extensión.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7088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40447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00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79577"/>
            <a:ext cx="2190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00977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809625" y="571500"/>
            <a:ext cx="1135141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Futuro: Malware con IA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6286500" y="290423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Código Polimórfico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6286500" y="3332857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IA permite crear malware que cambia su propia firma para evadir firmas de antivirus tradicionales.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6286500" y="4129087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Phishing adaptativo usa LLMs para crear correos perfectos, indistinguibles de uno legítimo.</a:t>
            </a:r>
            <a:endParaRPr/>
          </a:p>
        </p:txBody>
      </p:sp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125" y="2057400"/>
            <a:ext cx="37147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304800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12505195" y="6615839"/>
            <a:ext cx="76200" cy="5907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